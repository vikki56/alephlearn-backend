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Biological Treatment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Overview of Microbial Processes in Wastewater Treatment</a:t>
            </a:r>
          </a:p>
          <a:p>
            <a:r>
              <a:t>Your Name | Date | Institution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What is wastewater?</a:t>
            </a:r>
          </a:p>
          <a:p>
            <a:r>
              <a:t>• Need for treatment before discharge</a:t>
            </a:r>
          </a:p>
          <a:p>
            <a:r>
              <a:t>• Role of biological processes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Biological Treatment?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Definition: Use of microorganisms to decompose organic matter</a:t>
            </a:r>
          </a:p>
          <a:p>
            <a:r>
              <a:t>• Types of waste: Municipal, Industrial</a:t>
            </a:r>
          </a:p>
          <a:p>
            <a:r>
              <a:t>• Comparison with physical &amp; chemical methods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Principles of Biological Treatment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Microbial metabolism</a:t>
            </a:r>
          </a:p>
          <a:p>
            <a:r>
              <a:t>• Aerobic vs Anaerobic degradation</a:t>
            </a:r>
          </a:p>
          <a:p>
            <a:r>
              <a:t>• BOD and COD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 of Biological Treatment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Aerobic Processes</a:t>
            </a:r>
          </a:p>
          <a:p>
            <a:r>
              <a:t>• Anaerobic Processes</a:t>
            </a:r>
          </a:p>
          <a:p>
            <a:r>
              <a:t>• Facultative Processes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Aerobic Treatment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oxygen</a:t>
            </a:r>
          </a:p>
          <a:p>
            <a:r>
              <a:t>• Microorganisms degrade organic matter into CO₂ and water</a:t>
            </a:r>
          </a:p>
          <a:p>
            <a:r>
              <a:t>• Faster but energy-intensive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Activated Sludge Process (ASP)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Description &amp; diagram</a:t>
            </a:r>
          </a:p>
          <a:p>
            <a:r>
              <a:t>• Process flow: Aeration tank → Settling tank</a:t>
            </a:r>
          </a:p>
          <a:p>
            <a:r>
              <a:t>• Advantages &amp; disadvantages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Trickling Filter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Description &amp; diagram</a:t>
            </a:r>
          </a:p>
          <a:p>
            <a:r>
              <a:t>• Biofilm on media</a:t>
            </a:r>
          </a:p>
          <a:p>
            <a:r>
              <a:t>• Low energy consumption, long life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Oxidation Ponds/Lagoons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Natural or artificial ponds</a:t>
            </a:r>
          </a:p>
          <a:p>
            <a:r>
              <a:t>• Sunlight, algae, bacteria interaction</a:t>
            </a:r>
          </a:p>
          <a:p>
            <a:r>
              <a:t>• Suitable for rural areas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Anaerobic Treatment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Absence of oxygen</a:t>
            </a:r>
          </a:p>
          <a:p>
            <a:r>
              <a:t>• Produces biogas (methane + CO₂)</a:t>
            </a:r>
          </a:p>
          <a:p>
            <a:r>
              <a:t>• Energy recovery + less sludge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Anaerobic Digestion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Common in sludge treatment</a:t>
            </a:r>
          </a:p>
          <a:p>
            <a:r>
              <a:t>• Stages: Hydrolysis → Acidogenesis → Methanogenesis</a:t>
            </a:r>
          </a:p>
          <a:p>
            <a:r>
              <a:t>• Biogas utilization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Upflow Anaerobic Sludge Blanket (UASB)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High-rate anaerobic reactor</a:t>
            </a:r>
          </a:p>
          <a:p>
            <a:r>
              <a:t>• Description &amp; flow diagram</a:t>
            </a:r>
          </a:p>
          <a:p>
            <a:r>
              <a:t>• Advantages in developing countries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Comparison: Aerobic vs Anaerobic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         | Aerobic     | Anaerobic</a:t>
            </a:r>
          </a:p>
          <a:p>
            <a:r>
              <a:t>------------------|-------------|------------</a:t>
            </a:r>
          </a:p>
          <a:p>
            <a:r>
              <a:t>Oxygen needed     | Yes         | No</a:t>
            </a:r>
          </a:p>
          <a:p>
            <a:r>
              <a:t>Sludge            | High        | Low</a:t>
            </a:r>
          </a:p>
          <a:p>
            <a:r>
              <a:t>Energy            | Consumes    | Produces</a:t>
            </a:r>
          </a:p>
          <a:p>
            <a:r>
              <a:t>Time              | Faster      | Slower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Emerging Biological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Membrane bioreactors (MBR)</a:t>
            </a:r>
          </a:p>
          <a:p>
            <a:r>
              <a:t>• Integrated fixed-film activated sludge (IFAS)</a:t>
            </a:r>
          </a:p>
          <a:p>
            <a:r>
              <a:t>• Bio-electrochemical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Biological methods are eco-friendly &amp; cost-effective</a:t>
            </a:r>
          </a:p>
          <a:p>
            <a:r>
              <a:t>• Choice depends on location, load, and goals</a:t>
            </a:r>
          </a:p>
          <a:p>
            <a:r>
              <a:t>• Future lies in hybrid and advanced microbial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